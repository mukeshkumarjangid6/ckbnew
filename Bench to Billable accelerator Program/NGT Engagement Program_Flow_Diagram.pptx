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310" r:id="rId3"/>
    <p:sldId id="257" r:id="rId4"/>
    <p:sldId id="311" r:id="rId5"/>
    <p:sldId id="312" r:id="rId6"/>
    <p:sldId id="309" r:id="rId7"/>
  </p:sldIdLst>
  <p:sldSz cx="21601113" cy="90725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46" d="100"/>
          <a:sy n="46" d="100"/>
        </p:scale>
        <p:origin x="60"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ndra Karagudari, Varsha" userId="S::varsha-ravindra.karagudari@capgemini.com::de227b8f-843f-429e-a7e4-20ac8370fc68" providerId="AD" clId="Web-{4DA93CA3-083C-26CA-BB0A-B5D5E64E7E41}"/>
    <pc:docChg chg="modSld">
      <pc:chgData name="Ravindra Karagudari, Varsha" userId="S::varsha-ravindra.karagudari@capgemini.com::de227b8f-843f-429e-a7e4-20ac8370fc68" providerId="AD" clId="Web-{4DA93CA3-083C-26CA-BB0A-B5D5E64E7E41}" dt="2026-07-09T14:44:39.614" v="105" actId="20577"/>
      <pc:docMkLst>
        <pc:docMk/>
      </pc:docMkLst>
      <pc:sldChg chg="modSp">
        <pc:chgData name="Ravindra Karagudari, Varsha" userId="S::varsha-ravindra.karagudari@capgemini.com::de227b8f-843f-429e-a7e4-20ac8370fc68" providerId="AD" clId="Web-{4DA93CA3-083C-26CA-BB0A-B5D5E64E7E41}" dt="2026-07-09T14:44:39.614" v="105" actId="20577"/>
        <pc:sldMkLst>
          <pc:docMk/>
          <pc:sldMk cId="4173819374" sldId="311"/>
        </pc:sldMkLst>
        <pc:spChg chg="mod">
          <ac:chgData name="Ravindra Karagudari, Varsha" userId="S::varsha-ravindra.karagudari@capgemini.com::de227b8f-843f-429e-a7e4-20ac8370fc68" providerId="AD" clId="Web-{4DA93CA3-083C-26CA-BB0A-B5D5E64E7E41}" dt="2026-07-09T14:44:39.614" v="105" actId="20577"/>
          <ac:spMkLst>
            <pc:docMk/>
            <pc:sldMk cId="4173819374" sldId="311"/>
            <ac:spMk id="3" creationId="{D50726D5-6AD0-9829-14EA-1E9E2A590D48}"/>
          </ac:spMkLst>
        </pc:spChg>
      </pc:sldChg>
    </pc:docChg>
  </pc:docChgLst>
  <pc:docChgLst>
    <pc:chgData name="Jangid, Mukesh Kumar" userId="49c79208-6070-48d4-babf-656259cbc8d9" providerId="ADAL" clId="{49F8F452-0F1A-485D-B368-C57BFA41BBB3}"/>
    <pc:docChg chg="undo custSel modSld modMainMaster">
      <pc:chgData name="Jangid, Mukesh Kumar" userId="49c79208-6070-48d4-babf-656259cbc8d9" providerId="ADAL" clId="{49F8F452-0F1A-485D-B368-C57BFA41BBB3}" dt="2026-08-04T15:54:29.898" v="58" actId="20577"/>
      <pc:docMkLst>
        <pc:docMk/>
      </pc:docMkLst>
      <pc:sldChg chg="delSp mod">
        <pc:chgData name="Jangid, Mukesh Kumar" userId="49c79208-6070-48d4-babf-656259cbc8d9" providerId="ADAL" clId="{49F8F452-0F1A-485D-B368-C57BFA41BBB3}" dt="2026-08-04T15:53:32.752" v="2" actId="478"/>
        <pc:sldMkLst>
          <pc:docMk/>
          <pc:sldMk cId="1369584580" sldId="257"/>
        </pc:sldMkLst>
        <pc:picChg chg="del">
          <ac:chgData name="Jangid, Mukesh Kumar" userId="49c79208-6070-48d4-babf-656259cbc8d9" providerId="ADAL" clId="{49F8F452-0F1A-485D-B368-C57BFA41BBB3}" dt="2026-08-04T15:53:32.752" v="2" actId="478"/>
          <ac:picMkLst>
            <pc:docMk/>
            <pc:sldMk cId="1369584580" sldId="257"/>
            <ac:picMk id="2" creationId="{BEEF0A42-29BD-DB67-B58A-112849239061}"/>
          </ac:picMkLst>
        </pc:picChg>
      </pc:sldChg>
      <pc:sldChg chg="delSp mod">
        <pc:chgData name="Jangid, Mukesh Kumar" userId="49c79208-6070-48d4-babf-656259cbc8d9" providerId="ADAL" clId="{49F8F452-0F1A-485D-B368-C57BFA41BBB3}" dt="2026-08-04T15:53:27.744" v="0" actId="478"/>
        <pc:sldMkLst>
          <pc:docMk/>
          <pc:sldMk cId="4066782673" sldId="258"/>
        </pc:sldMkLst>
        <pc:picChg chg="del">
          <ac:chgData name="Jangid, Mukesh Kumar" userId="49c79208-6070-48d4-babf-656259cbc8d9" providerId="ADAL" clId="{49F8F452-0F1A-485D-B368-C57BFA41BBB3}" dt="2026-08-04T15:53:27.744" v="0" actId="478"/>
          <ac:picMkLst>
            <pc:docMk/>
            <pc:sldMk cId="4066782673" sldId="258"/>
            <ac:picMk id="8" creationId="{DFBD61D5-7100-77AD-5E71-079815F612F6}"/>
          </ac:picMkLst>
        </pc:picChg>
      </pc:sldChg>
      <pc:sldChg chg="delSp mod">
        <pc:chgData name="Jangid, Mukesh Kumar" userId="49c79208-6070-48d4-babf-656259cbc8d9" providerId="ADAL" clId="{49F8F452-0F1A-485D-B368-C57BFA41BBB3}" dt="2026-08-04T15:53:30.405" v="1" actId="478"/>
        <pc:sldMkLst>
          <pc:docMk/>
          <pc:sldMk cId="3801359592" sldId="310"/>
        </pc:sldMkLst>
        <pc:picChg chg="del">
          <ac:chgData name="Jangid, Mukesh Kumar" userId="49c79208-6070-48d4-babf-656259cbc8d9" providerId="ADAL" clId="{49F8F452-0F1A-485D-B368-C57BFA41BBB3}" dt="2026-08-04T15:53:30.405" v="1" actId="478"/>
          <ac:picMkLst>
            <pc:docMk/>
            <pc:sldMk cId="3801359592" sldId="310"/>
            <ac:picMk id="3" creationId="{0E9F0CBB-217A-F327-34C1-EAC78D358842}"/>
          </ac:picMkLst>
        </pc:picChg>
      </pc:sldChg>
      <pc:sldMasterChg chg="modSldLayout">
        <pc:chgData name="Jangid, Mukesh Kumar" userId="49c79208-6070-48d4-babf-656259cbc8d9" providerId="ADAL" clId="{49F8F452-0F1A-485D-B368-C57BFA41BBB3}" dt="2026-08-04T15:54:29.898" v="58" actId="20577"/>
        <pc:sldMasterMkLst>
          <pc:docMk/>
          <pc:sldMasterMk cId="1334463220" sldId="2147483672"/>
        </pc:sldMasterMkLst>
        <pc:sldLayoutChg chg="delSp modSp mod">
          <pc:chgData name="Jangid, Mukesh Kumar" userId="49c79208-6070-48d4-babf-656259cbc8d9" providerId="ADAL" clId="{49F8F452-0F1A-485D-B368-C57BFA41BBB3}" dt="2026-08-04T15:54:29.898" v="58" actId="20577"/>
          <pc:sldLayoutMkLst>
            <pc:docMk/>
            <pc:sldMasterMk cId="1334463220" sldId="2147483672"/>
            <pc:sldLayoutMk cId="2763875968" sldId="2147483684"/>
          </pc:sldLayoutMkLst>
          <pc:spChg chg="mod">
            <ac:chgData name="Jangid, Mukesh Kumar" userId="49c79208-6070-48d4-babf-656259cbc8d9" providerId="ADAL" clId="{49F8F452-0F1A-485D-B368-C57BFA41BBB3}" dt="2026-08-04T15:54:29.898" v="58" actId="20577"/>
            <ac:spMkLst>
              <pc:docMk/>
              <pc:sldMasterMk cId="1334463220" sldId="2147483672"/>
              <pc:sldLayoutMk cId="2763875968" sldId="2147483684"/>
              <ac:spMk id="9" creationId="{FA5EFF19-B281-F0C9-FB01-070197B8DB96}"/>
            </ac:spMkLst>
          </pc:spChg>
          <pc:spChg chg="mod">
            <ac:chgData name="Jangid, Mukesh Kumar" userId="49c79208-6070-48d4-babf-656259cbc8d9" providerId="ADAL" clId="{49F8F452-0F1A-485D-B368-C57BFA41BBB3}" dt="2026-08-04T15:54:13.416" v="38" actId="20577"/>
            <ac:spMkLst>
              <pc:docMk/>
              <pc:sldMasterMk cId="1334463220" sldId="2147483672"/>
              <pc:sldLayoutMk cId="2763875968" sldId="2147483684"/>
              <ac:spMk id="10" creationId="{456848E4-9E3E-BD1A-A82D-C9F95359644C}"/>
            </ac:spMkLst>
          </pc:spChg>
          <pc:grpChg chg="del">
            <ac:chgData name="Jangid, Mukesh Kumar" userId="49c79208-6070-48d4-babf-656259cbc8d9" providerId="ADAL" clId="{49F8F452-0F1A-485D-B368-C57BFA41BBB3}" dt="2026-08-04T15:53:48.323" v="3" actId="478"/>
            <ac:grpSpMkLst>
              <pc:docMk/>
              <pc:sldMasterMk cId="1334463220" sldId="2147483672"/>
              <pc:sldLayoutMk cId="2763875968" sldId="2147483684"/>
              <ac:grpSpMk id="43" creationId="{CD4310B4-5ADE-C2D0-DB4C-AF69D93A1DF5}"/>
            </ac:grpSpMkLst>
          </pc:grpChg>
        </pc:sldLayoutChg>
      </pc:sldMasterChg>
    </pc:docChg>
  </pc:docChgLst>
  <pc:docChgLst>
    <pc:chgData name="Jangid, Mukesh Kumar" userId="S::mukesh-kumar.jangid.ext@capgemini.com::49c79208-6070-48d4-babf-656259cbc8d9" providerId="AD" clId="Web-{4D2B45BB-AAD2-1D50-0BCA-C628E7A62B71}"/>
    <pc:docChg chg="modSld">
      <pc:chgData name="Jangid, Mukesh Kumar" userId="S::mukesh-kumar.jangid.ext@capgemini.com::49c79208-6070-48d4-babf-656259cbc8d9" providerId="AD" clId="Web-{4D2B45BB-AAD2-1D50-0BCA-C628E7A62B71}" dt="2026-07-09T15:25:55.133" v="0" actId="1076"/>
      <pc:docMkLst>
        <pc:docMk/>
      </pc:docMkLst>
      <pc:sldChg chg="modSp">
        <pc:chgData name="Jangid, Mukesh Kumar" userId="S::mukesh-kumar.jangid.ext@capgemini.com::49c79208-6070-48d4-babf-656259cbc8d9" providerId="AD" clId="Web-{4D2B45BB-AAD2-1D50-0BCA-C628E7A62B71}" dt="2026-07-09T15:25:55.133" v="0" actId="1076"/>
        <pc:sldMkLst>
          <pc:docMk/>
          <pc:sldMk cId="2612207127" sldId="312"/>
        </pc:sldMkLst>
        <pc:picChg chg="mod">
          <ac:chgData name="Jangid, Mukesh Kumar" userId="S::mukesh-kumar.jangid.ext@capgemini.com::49c79208-6070-48d4-babf-656259cbc8d9" providerId="AD" clId="Web-{4D2B45BB-AAD2-1D50-0BCA-C628E7A62B71}" dt="2026-07-09T15:25:55.133" v="0" actId="1076"/>
          <ac:picMkLst>
            <pc:docMk/>
            <pc:sldMk cId="2612207127" sldId="312"/>
            <ac:picMk id="5" creationId="{3A3A98BF-D329-2B47-F33A-775318BB7B0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png"/><Relationship Id="rId7" Type="http://schemas.microsoft.com/office/2007/relationships/hdphoto" Target="../media/hdphoto2.wdp"/><Relationship Id="rId12" Type="http://schemas.openxmlformats.org/officeDocument/2006/relationships/image" Target="../media/image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3.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00139" y="1484793"/>
            <a:ext cx="16200835" cy="3158596"/>
          </a:xfrm>
        </p:spPr>
        <p:txBody>
          <a:bodyPr anchor="b"/>
          <a:lstStyle>
            <a:lvl1pPr algn="ctr">
              <a:defRPr sz="7937"/>
            </a:lvl1pPr>
          </a:lstStyle>
          <a:p>
            <a:r>
              <a:rPr lang="en-US"/>
              <a:t>Click to edit Master title style</a:t>
            </a:r>
          </a:p>
        </p:txBody>
      </p:sp>
      <p:sp>
        <p:nvSpPr>
          <p:cNvPr id="3" name="Subtitle 2"/>
          <p:cNvSpPr>
            <a:spLocks noGrp="1"/>
          </p:cNvSpPr>
          <p:nvPr>
            <p:ph type="subTitle" idx="1"/>
          </p:nvPr>
        </p:nvSpPr>
        <p:spPr>
          <a:xfrm>
            <a:off x="2700139" y="4765197"/>
            <a:ext cx="16200835" cy="2190435"/>
          </a:xfrm>
        </p:spPr>
        <p:txBody>
          <a:bodyPr/>
          <a:lstStyle>
            <a:lvl1pPr marL="0" indent="0" algn="ctr">
              <a:buNone/>
              <a:defRPr sz="3175"/>
            </a:lvl1pPr>
            <a:lvl2pPr marL="604830" indent="0" algn="ctr">
              <a:buNone/>
              <a:defRPr sz="2646"/>
            </a:lvl2pPr>
            <a:lvl3pPr marL="1209660" indent="0" algn="ctr">
              <a:buNone/>
              <a:defRPr sz="2381"/>
            </a:lvl3pPr>
            <a:lvl4pPr marL="1814490" indent="0" algn="ctr">
              <a:buNone/>
              <a:defRPr sz="2117"/>
            </a:lvl4pPr>
            <a:lvl5pPr marL="2419320" indent="0" algn="ctr">
              <a:buNone/>
              <a:defRPr sz="2117"/>
            </a:lvl5pPr>
            <a:lvl6pPr marL="3024149" indent="0" algn="ctr">
              <a:buNone/>
              <a:defRPr sz="2117"/>
            </a:lvl6pPr>
            <a:lvl7pPr marL="3628979" indent="0" algn="ctr">
              <a:buNone/>
              <a:defRPr sz="2117"/>
            </a:lvl7pPr>
            <a:lvl8pPr marL="4233809" indent="0" algn="ctr">
              <a:buNone/>
              <a:defRPr sz="2117"/>
            </a:lvl8pPr>
            <a:lvl9pPr marL="4838639" indent="0" algn="ctr">
              <a:buNone/>
              <a:defRPr sz="2117"/>
            </a:lvl9pPr>
          </a:lstStyle>
          <a:p>
            <a:r>
              <a:rPr lang="en-US"/>
              <a:t>Click to edit Master subtitle style</a:t>
            </a:r>
          </a:p>
        </p:txBody>
      </p:sp>
      <p:sp>
        <p:nvSpPr>
          <p:cNvPr id="4" name="Date Placeholder 3"/>
          <p:cNvSpPr>
            <a:spLocks noGrp="1"/>
          </p:cNvSpPr>
          <p:nvPr>
            <p:ph type="dt" sz="half" idx="10"/>
          </p:nvPr>
        </p:nvSpPr>
        <p:spPr/>
        <p:txBody>
          <a:bodyPr/>
          <a:lstStyle/>
          <a:p>
            <a:fld id="{751FA1F0-842B-4E61-9A71-86C4CD0E0E23}" type="datetimeFigureOut">
              <a:rPr lang="en-IN" smtClean="0"/>
              <a:t>2026-08-04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59211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1FA1F0-842B-4E61-9A71-86C4CD0E0E23}" type="datetimeFigureOut">
              <a:rPr lang="en-IN" smtClean="0"/>
              <a:t>2026-08-04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136246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826" y="2261841"/>
            <a:ext cx="18630960" cy="3773934"/>
          </a:xfrm>
        </p:spPr>
        <p:txBody>
          <a:bodyPr anchor="b"/>
          <a:lstStyle>
            <a:lvl1pPr>
              <a:defRPr sz="7937"/>
            </a:lvl1pPr>
          </a:lstStyle>
          <a:p>
            <a:r>
              <a:rPr lang="en-US"/>
              <a:t>Click to edit Master title style</a:t>
            </a:r>
          </a:p>
        </p:txBody>
      </p:sp>
      <p:sp>
        <p:nvSpPr>
          <p:cNvPr id="3" name="Text Placeholder 2"/>
          <p:cNvSpPr>
            <a:spLocks noGrp="1"/>
          </p:cNvSpPr>
          <p:nvPr>
            <p:ph type="body" idx="1"/>
          </p:nvPr>
        </p:nvSpPr>
        <p:spPr>
          <a:xfrm>
            <a:off x="1473826" y="6071478"/>
            <a:ext cx="18630960" cy="1984622"/>
          </a:xfrm>
        </p:spPr>
        <p:txBody>
          <a:bodyPr/>
          <a:lstStyle>
            <a:lvl1pPr marL="0" indent="0">
              <a:buNone/>
              <a:defRPr sz="3175">
                <a:solidFill>
                  <a:schemeClr val="tx1">
                    <a:tint val="82000"/>
                  </a:schemeClr>
                </a:solidFill>
              </a:defRPr>
            </a:lvl1pPr>
            <a:lvl2pPr marL="604830" indent="0">
              <a:buNone/>
              <a:defRPr sz="2646">
                <a:solidFill>
                  <a:schemeClr val="tx1">
                    <a:tint val="82000"/>
                  </a:schemeClr>
                </a:solidFill>
              </a:defRPr>
            </a:lvl2pPr>
            <a:lvl3pPr marL="1209660" indent="0">
              <a:buNone/>
              <a:defRPr sz="2381">
                <a:solidFill>
                  <a:schemeClr val="tx1">
                    <a:tint val="82000"/>
                  </a:schemeClr>
                </a:solidFill>
              </a:defRPr>
            </a:lvl3pPr>
            <a:lvl4pPr marL="1814490" indent="0">
              <a:buNone/>
              <a:defRPr sz="2117">
                <a:solidFill>
                  <a:schemeClr val="tx1">
                    <a:tint val="82000"/>
                  </a:schemeClr>
                </a:solidFill>
              </a:defRPr>
            </a:lvl4pPr>
            <a:lvl5pPr marL="2419320" indent="0">
              <a:buNone/>
              <a:defRPr sz="2117">
                <a:solidFill>
                  <a:schemeClr val="tx1">
                    <a:tint val="82000"/>
                  </a:schemeClr>
                </a:solidFill>
              </a:defRPr>
            </a:lvl5pPr>
            <a:lvl6pPr marL="3024149" indent="0">
              <a:buNone/>
              <a:defRPr sz="2117">
                <a:solidFill>
                  <a:schemeClr val="tx1">
                    <a:tint val="82000"/>
                  </a:schemeClr>
                </a:solidFill>
              </a:defRPr>
            </a:lvl6pPr>
            <a:lvl7pPr marL="3628979" indent="0">
              <a:buNone/>
              <a:defRPr sz="2117">
                <a:solidFill>
                  <a:schemeClr val="tx1">
                    <a:tint val="82000"/>
                  </a:schemeClr>
                </a:solidFill>
              </a:defRPr>
            </a:lvl7pPr>
            <a:lvl8pPr marL="4233809" indent="0">
              <a:buNone/>
              <a:defRPr sz="2117">
                <a:solidFill>
                  <a:schemeClr val="tx1">
                    <a:tint val="82000"/>
                  </a:schemeClr>
                </a:solidFill>
              </a:defRPr>
            </a:lvl8pPr>
            <a:lvl9pPr marL="4838639" indent="0">
              <a:buNone/>
              <a:defRPr sz="211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1FA1F0-842B-4E61-9A71-86C4CD0E0E23}" type="datetimeFigureOut">
              <a:rPr lang="en-IN" smtClean="0"/>
              <a:t>2026-08-04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1180974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85077" y="2415150"/>
            <a:ext cx="9180473" cy="57564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935563" y="2415150"/>
            <a:ext cx="9180473" cy="57564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1FA1F0-842B-4E61-9A71-86C4CD0E0E23}" type="datetimeFigureOut">
              <a:rPr lang="en-IN" smtClean="0"/>
              <a:t>2026-08-04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1788815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890" y="483031"/>
            <a:ext cx="18630960" cy="1753609"/>
          </a:xfrm>
        </p:spPr>
        <p:txBody>
          <a:bodyPr/>
          <a:lstStyle/>
          <a:p>
            <a:r>
              <a:rPr lang="en-US"/>
              <a:t>Click to edit Master title style</a:t>
            </a:r>
          </a:p>
        </p:txBody>
      </p:sp>
      <p:sp>
        <p:nvSpPr>
          <p:cNvPr id="3" name="Text Placeholder 2"/>
          <p:cNvSpPr>
            <a:spLocks noGrp="1"/>
          </p:cNvSpPr>
          <p:nvPr>
            <p:ph type="body" idx="1"/>
          </p:nvPr>
        </p:nvSpPr>
        <p:spPr>
          <a:xfrm>
            <a:off x="1487891" y="2224039"/>
            <a:ext cx="9138282" cy="1089967"/>
          </a:xfrm>
        </p:spPr>
        <p:txBody>
          <a:bodyPr anchor="b"/>
          <a:lstStyle>
            <a:lvl1pPr marL="0" indent="0">
              <a:buNone/>
              <a:defRPr sz="3175" b="1"/>
            </a:lvl1pPr>
            <a:lvl2pPr marL="604830" indent="0">
              <a:buNone/>
              <a:defRPr sz="2646" b="1"/>
            </a:lvl2pPr>
            <a:lvl3pPr marL="1209660" indent="0">
              <a:buNone/>
              <a:defRPr sz="2381" b="1"/>
            </a:lvl3pPr>
            <a:lvl4pPr marL="1814490" indent="0">
              <a:buNone/>
              <a:defRPr sz="2117" b="1"/>
            </a:lvl4pPr>
            <a:lvl5pPr marL="2419320" indent="0">
              <a:buNone/>
              <a:defRPr sz="2117" b="1"/>
            </a:lvl5pPr>
            <a:lvl6pPr marL="3024149" indent="0">
              <a:buNone/>
              <a:defRPr sz="2117" b="1"/>
            </a:lvl6pPr>
            <a:lvl7pPr marL="3628979" indent="0">
              <a:buNone/>
              <a:defRPr sz="2117" b="1"/>
            </a:lvl7pPr>
            <a:lvl8pPr marL="4233809" indent="0">
              <a:buNone/>
              <a:defRPr sz="2117" b="1"/>
            </a:lvl8pPr>
            <a:lvl9pPr marL="4838639" indent="0">
              <a:buNone/>
              <a:defRPr sz="2117" b="1"/>
            </a:lvl9pPr>
          </a:lstStyle>
          <a:p>
            <a:pPr lvl="0"/>
            <a:r>
              <a:rPr lang="en-US"/>
              <a:t>Click to edit Master text styles</a:t>
            </a:r>
          </a:p>
        </p:txBody>
      </p:sp>
      <p:sp>
        <p:nvSpPr>
          <p:cNvPr id="4" name="Content Placeholder 3"/>
          <p:cNvSpPr>
            <a:spLocks noGrp="1"/>
          </p:cNvSpPr>
          <p:nvPr>
            <p:ph sz="half" idx="2"/>
          </p:nvPr>
        </p:nvSpPr>
        <p:spPr>
          <a:xfrm>
            <a:off x="1487891" y="3314006"/>
            <a:ext cx="9138282" cy="48744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935563" y="2224039"/>
            <a:ext cx="9183287" cy="1089967"/>
          </a:xfrm>
        </p:spPr>
        <p:txBody>
          <a:bodyPr anchor="b"/>
          <a:lstStyle>
            <a:lvl1pPr marL="0" indent="0">
              <a:buNone/>
              <a:defRPr sz="3175" b="1"/>
            </a:lvl1pPr>
            <a:lvl2pPr marL="604830" indent="0">
              <a:buNone/>
              <a:defRPr sz="2646" b="1"/>
            </a:lvl2pPr>
            <a:lvl3pPr marL="1209660" indent="0">
              <a:buNone/>
              <a:defRPr sz="2381" b="1"/>
            </a:lvl3pPr>
            <a:lvl4pPr marL="1814490" indent="0">
              <a:buNone/>
              <a:defRPr sz="2117" b="1"/>
            </a:lvl4pPr>
            <a:lvl5pPr marL="2419320" indent="0">
              <a:buNone/>
              <a:defRPr sz="2117" b="1"/>
            </a:lvl5pPr>
            <a:lvl6pPr marL="3024149" indent="0">
              <a:buNone/>
              <a:defRPr sz="2117" b="1"/>
            </a:lvl6pPr>
            <a:lvl7pPr marL="3628979" indent="0">
              <a:buNone/>
              <a:defRPr sz="2117" b="1"/>
            </a:lvl7pPr>
            <a:lvl8pPr marL="4233809" indent="0">
              <a:buNone/>
              <a:defRPr sz="2117" b="1"/>
            </a:lvl8pPr>
            <a:lvl9pPr marL="4838639" indent="0">
              <a:buNone/>
              <a:defRPr sz="2117" b="1"/>
            </a:lvl9pPr>
          </a:lstStyle>
          <a:p>
            <a:pPr lvl="0"/>
            <a:r>
              <a:rPr lang="en-US"/>
              <a:t>Click to edit Master text styles</a:t>
            </a:r>
          </a:p>
        </p:txBody>
      </p:sp>
      <p:sp>
        <p:nvSpPr>
          <p:cNvPr id="6" name="Content Placeholder 5"/>
          <p:cNvSpPr>
            <a:spLocks noGrp="1"/>
          </p:cNvSpPr>
          <p:nvPr>
            <p:ph sz="quarter" idx="4"/>
          </p:nvPr>
        </p:nvSpPr>
        <p:spPr>
          <a:xfrm>
            <a:off x="10935563" y="3314006"/>
            <a:ext cx="9183287" cy="48744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1FA1F0-842B-4E61-9A71-86C4CD0E0E23}" type="datetimeFigureOut">
              <a:rPr lang="en-IN" smtClean="0"/>
              <a:t>2026-08-04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385257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1FA1F0-842B-4E61-9A71-86C4CD0E0E23}" type="datetimeFigureOut">
              <a:rPr lang="en-IN" smtClean="0"/>
              <a:t>2026-08-04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154438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1FA1F0-842B-4E61-9A71-86C4CD0E0E23}" type="datetimeFigureOut">
              <a:rPr lang="en-IN" smtClean="0"/>
              <a:t>2026-08-04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89561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891" y="604838"/>
            <a:ext cx="6966921" cy="2116931"/>
          </a:xfrm>
        </p:spPr>
        <p:txBody>
          <a:bodyPr anchor="b"/>
          <a:lstStyle>
            <a:lvl1pPr>
              <a:defRPr sz="4233"/>
            </a:lvl1pPr>
          </a:lstStyle>
          <a:p>
            <a:r>
              <a:rPr lang="en-US"/>
              <a:t>Click to edit Master title style</a:t>
            </a:r>
          </a:p>
        </p:txBody>
      </p:sp>
      <p:sp>
        <p:nvSpPr>
          <p:cNvPr id="3" name="Content Placeholder 2"/>
          <p:cNvSpPr>
            <a:spLocks noGrp="1"/>
          </p:cNvSpPr>
          <p:nvPr>
            <p:ph idx="1"/>
          </p:nvPr>
        </p:nvSpPr>
        <p:spPr>
          <a:xfrm>
            <a:off x="9183287" y="1306282"/>
            <a:ext cx="10935563" cy="6447400"/>
          </a:xfrm>
        </p:spPr>
        <p:txBody>
          <a:bodyPr/>
          <a:lstStyle>
            <a:lvl1pPr>
              <a:defRPr sz="4233"/>
            </a:lvl1pPr>
            <a:lvl2pPr>
              <a:defRPr sz="3704"/>
            </a:lvl2pPr>
            <a:lvl3pPr>
              <a:defRPr sz="3175"/>
            </a:lvl3pPr>
            <a:lvl4pPr>
              <a:defRPr sz="2646"/>
            </a:lvl4pPr>
            <a:lvl5pPr>
              <a:defRPr sz="2646"/>
            </a:lvl5pPr>
            <a:lvl6pPr>
              <a:defRPr sz="2646"/>
            </a:lvl6pPr>
            <a:lvl7pPr>
              <a:defRPr sz="2646"/>
            </a:lvl7pPr>
            <a:lvl8pPr>
              <a:defRPr sz="2646"/>
            </a:lvl8pPr>
            <a:lvl9pPr>
              <a:defRPr sz="26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7891" y="2721769"/>
            <a:ext cx="6966921" cy="5042414"/>
          </a:xfrm>
        </p:spPr>
        <p:txBody>
          <a:bodyPr/>
          <a:lstStyle>
            <a:lvl1pPr marL="0" indent="0">
              <a:buNone/>
              <a:defRPr sz="2117"/>
            </a:lvl1pPr>
            <a:lvl2pPr marL="604830" indent="0">
              <a:buNone/>
              <a:defRPr sz="1852"/>
            </a:lvl2pPr>
            <a:lvl3pPr marL="1209660" indent="0">
              <a:buNone/>
              <a:defRPr sz="1587"/>
            </a:lvl3pPr>
            <a:lvl4pPr marL="1814490" indent="0">
              <a:buNone/>
              <a:defRPr sz="1323"/>
            </a:lvl4pPr>
            <a:lvl5pPr marL="2419320" indent="0">
              <a:buNone/>
              <a:defRPr sz="1323"/>
            </a:lvl5pPr>
            <a:lvl6pPr marL="3024149" indent="0">
              <a:buNone/>
              <a:defRPr sz="1323"/>
            </a:lvl6pPr>
            <a:lvl7pPr marL="3628979" indent="0">
              <a:buNone/>
              <a:defRPr sz="1323"/>
            </a:lvl7pPr>
            <a:lvl8pPr marL="4233809" indent="0">
              <a:buNone/>
              <a:defRPr sz="1323"/>
            </a:lvl8pPr>
            <a:lvl9pPr marL="4838639" indent="0">
              <a:buNone/>
              <a:defRPr sz="1323"/>
            </a:lvl9pPr>
          </a:lstStyle>
          <a:p>
            <a:pPr lvl="0"/>
            <a:r>
              <a:rPr lang="en-US"/>
              <a:t>Click to edit Master text styles</a:t>
            </a:r>
          </a:p>
        </p:txBody>
      </p:sp>
      <p:sp>
        <p:nvSpPr>
          <p:cNvPr id="5" name="Date Placeholder 4"/>
          <p:cNvSpPr>
            <a:spLocks noGrp="1"/>
          </p:cNvSpPr>
          <p:nvPr>
            <p:ph type="dt" sz="half" idx="10"/>
          </p:nvPr>
        </p:nvSpPr>
        <p:spPr/>
        <p:txBody>
          <a:bodyPr/>
          <a:lstStyle/>
          <a:p>
            <a:fld id="{751FA1F0-842B-4E61-9A71-86C4CD0E0E23}" type="datetimeFigureOut">
              <a:rPr lang="en-IN" smtClean="0"/>
              <a:t>2026-08-04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558314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891" y="604838"/>
            <a:ext cx="6966921" cy="2116931"/>
          </a:xfrm>
        </p:spPr>
        <p:txBody>
          <a:bodyPr anchor="b"/>
          <a:lstStyle>
            <a:lvl1pPr>
              <a:defRPr sz="4233"/>
            </a:lvl1pPr>
          </a:lstStyle>
          <a:p>
            <a:r>
              <a:rPr lang="en-US"/>
              <a:t>Click to edit Master title style</a:t>
            </a:r>
          </a:p>
        </p:txBody>
      </p:sp>
      <p:sp>
        <p:nvSpPr>
          <p:cNvPr id="3" name="Picture Placeholder 2"/>
          <p:cNvSpPr>
            <a:spLocks noGrp="1" noChangeAspect="1"/>
          </p:cNvSpPr>
          <p:nvPr>
            <p:ph type="pic" idx="1"/>
          </p:nvPr>
        </p:nvSpPr>
        <p:spPr>
          <a:xfrm>
            <a:off x="9183287" y="1306282"/>
            <a:ext cx="10935563" cy="6447400"/>
          </a:xfrm>
        </p:spPr>
        <p:txBody>
          <a:bodyPr anchor="t"/>
          <a:lstStyle>
            <a:lvl1pPr marL="0" indent="0">
              <a:buNone/>
              <a:defRPr sz="4233"/>
            </a:lvl1pPr>
            <a:lvl2pPr marL="604830" indent="0">
              <a:buNone/>
              <a:defRPr sz="3704"/>
            </a:lvl2pPr>
            <a:lvl3pPr marL="1209660" indent="0">
              <a:buNone/>
              <a:defRPr sz="3175"/>
            </a:lvl3pPr>
            <a:lvl4pPr marL="1814490" indent="0">
              <a:buNone/>
              <a:defRPr sz="2646"/>
            </a:lvl4pPr>
            <a:lvl5pPr marL="2419320" indent="0">
              <a:buNone/>
              <a:defRPr sz="2646"/>
            </a:lvl5pPr>
            <a:lvl6pPr marL="3024149" indent="0">
              <a:buNone/>
              <a:defRPr sz="2646"/>
            </a:lvl6pPr>
            <a:lvl7pPr marL="3628979" indent="0">
              <a:buNone/>
              <a:defRPr sz="2646"/>
            </a:lvl7pPr>
            <a:lvl8pPr marL="4233809" indent="0">
              <a:buNone/>
              <a:defRPr sz="2646"/>
            </a:lvl8pPr>
            <a:lvl9pPr marL="4838639" indent="0">
              <a:buNone/>
              <a:defRPr sz="2646"/>
            </a:lvl9pPr>
          </a:lstStyle>
          <a:p>
            <a:r>
              <a:rPr lang="en-US"/>
              <a:t>Click icon to add picture</a:t>
            </a:r>
          </a:p>
        </p:txBody>
      </p:sp>
      <p:sp>
        <p:nvSpPr>
          <p:cNvPr id="4" name="Text Placeholder 3"/>
          <p:cNvSpPr>
            <a:spLocks noGrp="1"/>
          </p:cNvSpPr>
          <p:nvPr>
            <p:ph type="body" sz="half" idx="2"/>
          </p:nvPr>
        </p:nvSpPr>
        <p:spPr>
          <a:xfrm>
            <a:off x="1487891" y="2721769"/>
            <a:ext cx="6966921" cy="5042414"/>
          </a:xfrm>
        </p:spPr>
        <p:txBody>
          <a:bodyPr/>
          <a:lstStyle>
            <a:lvl1pPr marL="0" indent="0">
              <a:buNone/>
              <a:defRPr sz="2117"/>
            </a:lvl1pPr>
            <a:lvl2pPr marL="604830" indent="0">
              <a:buNone/>
              <a:defRPr sz="1852"/>
            </a:lvl2pPr>
            <a:lvl3pPr marL="1209660" indent="0">
              <a:buNone/>
              <a:defRPr sz="1587"/>
            </a:lvl3pPr>
            <a:lvl4pPr marL="1814490" indent="0">
              <a:buNone/>
              <a:defRPr sz="1323"/>
            </a:lvl4pPr>
            <a:lvl5pPr marL="2419320" indent="0">
              <a:buNone/>
              <a:defRPr sz="1323"/>
            </a:lvl5pPr>
            <a:lvl6pPr marL="3024149" indent="0">
              <a:buNone/>
              <a:defRPr sz="1323"/>
            </a:lvl6pPr>
            <a:lvl7pPr marL="3628979" indent="0">
              <a:buNone/>
              <a:defRPr sz="1323"/>
            </a:lvl7pPr>
            <a:lvl8pPr marL="4233809" indent="0">
              <a:buNone/>
              <a:defRPr sz="1323"/>
            </a:lvl8pPr>
            <a:lvl9pPr marL="4838639" indent="0">
              <a:buNone/>
              <a:defRPr sz="1323"/>
            </a:lvl9pPr>
          </a:lstStyle>
          <a:p>
            <a:pPr lvl="0"/>
            <a:r>
              <a:rPr lang="en-US"/>
              <a:t>Click to edit Master text styles</a:t>
            </a:r>
          </a:p>
        </p:txBody>
      </p:sp>
      <p:sp>
        <p:nvSpPr>
          <p:cNvPr id="5" name="Date Placeholder 4"/>
          <p:cNvSpPr>
            <a:spLocks noGrp="1"/>
          </p:cNvSpPr>
          <p:nvPr>
            <p:ph type="dt" sz="half" idx="10"/>
          </p:nvPr>
        </p:nvSpPr>
        <p:spPr/>
        <p:txBody>
          <a:bodyPr/>
          <a:lstStyle/>
          <a:p>
            <a:fld id="{751FA1F0-842B-4E61-9A71-86C4CD0E0E23}" type="datetimeFigureOut">
              <a:rPr lang="en-IN" smtClean="0"/>
              <a:t>2026-08-04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1349497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1FA1F0-842B-4E61-9A71-86C4CD0E0E23}" type="datetimeFigureOut">
              <a:rPr lang="en-IN" smtClean="0"/>
              <a:t>2026-08-04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2751930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8296" y="483030"/>
            <a:ext cx="4657740" cy="768857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5077" y="483030"/>
            <a:ext cx="13703206" cy="768857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1FA1F0-842B-4E61-9A71-86C4CD0E0E23}" type="datetimeFigureOut">
              <a:rPr lang="en-IN" smtClean="0"/>
              <a:t>2026-08-04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E6752D-1E50-4323-BDA4-D88C68694F8A}" type="slidenum">
              <a:rPr lang="en-IN" smtClean="0"/>
              <a:t>‹#›</a:t>
            </a:fld>
            <a:endParaRPr lang="en-IN"/>
          </a:p>
        </p:txBody>
      </p:sp>
    </p:spTree>
    <p:extLst>
      <p:ext uri="{BB962C8B-B14F-4D97-AF65-F5344CB8AC3E}">
        <p14:creationId xmlns:p14="http://schemas.microsoft.com/office/powerpoint/2010/main" val="2468830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14433661" y="0"/>
            <a:ext cx="7167452" cy="907256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0968" tIns="60484" rIns="120968" bIns="60484" numCol="1" spcCol="0" rtlCol="0" fromWordArt="0" anchor="ctr" anchorCtr="0" forceAA="0" compatLnSpc="1">
            <a:prstTxWarp prst="textNoShape">
              <a:avLst/>
            </a:prstTxWarp>
            <a:noAutofit/>
          </a:bodyPr>
          <a:lstStyle/>
          <a:p>
            <a:pPr algn="ctr"/>
            <a:endParaRPr lang="en-PL" sz="1852" err="1">
              <a:solidFill>
                <a:schemeClr val="tx1"/>
              </a:solidFill>
            </a:endParaRPr>
          </a:p>
        </p:txBody>
      </p:sp>
      <p:sp>
        <p:nvSpPr>
          <p:cNvPr id="2" name="Rectangle 1">
            <a:extLst>
              <a:ext uri="{FF2B5EF4-FFF2-40B4-BE49-F238E27FC236}">
                <a16:creationId xmlns:a16="http://schemas.microsoft.com/office/drawing/2014/main" id="{BFA81E17-F832-B5EB-3D5D-25AE712EB4A5}"/>
              </a:ext>
            </a:extLst>
          </p:cNvPr>
          <p:cNvSpPr/>
          <p:nvPr userDrawn="1"/>
        </p:nvSpPr>
        <p:spPr>
          <a:xfrm>
            <a:off x="15776127" y="8007209"/>
            <a:ext cx="5102138" cy="530017"/>
          </a:xfrm>
          <a:prstGeom prst="rect">
            <a:avLst/>
          </a:prstGeom>
        </p:spPr>
        <p:txBody>
          <a:bodyPr wrap="square" lIns="0" tIns="0" rIns="0" bIns="0" anchor="b" anchorCtr="0">
            <a:spAutoFit/>
          </a:bodyPr>
          <a:lstStyle/>
          <a:p>
            <a:pPr>
              <a:spcAft>
                <a:spcPts val="794"/>
              </a:spcAft>
            </a:pPr>
            <a:r>
              <a:rPr lang="en-US" sz="926" b="0" i="0" noProof="0">
                <a:solidFill>
                  <a:schemeClr val="bg1"/>
                </a:solidFill>
                <a:latin typeface="+mn-lt"/>
                <a:cs typeface="Arial"/>
              </a:rPr>
              <a:t>This presentation contains information that may be privileged or confidential and is the property of the Capgemini Group.</a:t>
            </a:r>
          </a:p>
          <a:p>
            <a:pPr>
              <a:spcAft>
                <a:spcPts val="794"/>
              </a:spcAft>
            </a:pPr>
            <a:r>
              <a:rPr lang="en-US" sz="926" b="0" i="0" noProof="0">
                <a:solidFill>
                  <a:schemeClr val="bg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975991" y="1831182"/>
            <a:ext cx="7527207" cy="2324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1209660" rtl="0" eaLnBrk="1" fontAlgn="auto" latinLnBrk="0" hangingPunct="1">
              <a:lnSpc>
                <a:spcPct val="100000"/>
              </a:lnSpc>
              <a:spcBef>
                <a:spcPts val="0"/>
              </a:spcBef>
              <a:spcAft>
                <a:spcPts val="1587"/>
              </a:spcAft>
              <a:buClrTx/>
              <a:buSzTx/>
              <a:buFontTx/>
              <a:buNone/>
              <a:tabLst/>
              <a:defRPr/>
            </a:pPr>
            <a:r>
              <a:rPr kumimoji="0" lang="en-US" sz="1852" b="0" i="0" u="none" strike="noStrike" kern="1200" cap="none" spc="0" normalizeH="0" baseline="0" noProof="0" dirty="0">
                <a:ln>
                  <a:noFill/>
                </a:ln>
                <a:solidFill>
                  <a:schemeClr val="tx1"/>
                </a:solidFill>
                <a:effectLst/>
                <a:uLnTx/>
                <a:uFillTx/>
                <a:latin typeface="+mn-lt"/>
                <a:ea typeface="+mn-ea"/>
                <a:cs typeface="+mn-cs"/>
              </a:rPr>
              <a:t>About Company</a:t>
            </a:r>
          </a:p>
          <a:p>
            <a:pPr marL="0" marR="0" lvl="0" indent="0" algn="just" defTabSz="1209660" rtl="0" eaLnBrk="1" fontAlgn="auto" latinLnBrk="0" hangingPunct="1">
              <a:lnSpc>
                <a:spcPct val="100000"/>
              </a:lnSpc>
              <a:spcBef>
                <a:spcPts val="0"/>
              </a:spcBef>
              <a:spcAft>
                <a:spcPts val="0"/>
              </a:spcAft>
              <a:buClrTx/>
              <a:buSzTx/>
              <a:buFontTx/>
              <a:buNone/>
              <a:tabLst/>
              <a:defRPr/>
            </a:pPr>
            <a:r>
              <a:rPr lang="en-GB" sz="1191">
                <a:solidFill>
                  <a:schemeClr val="tx1"/>
                </a:solidFill>
              </a:rPr>
              <a:t>Our Company is </a:t>
            </a:r>
            <a:r>
              <a:rPr lang="en-GB" sz="1191" dirty="0">
                <a:solidFill>
                  <a:schemeClr val="tx1"/>
                </a:solidFill>
              </a:rPr>
              <a:t>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1191"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975989" y="4399186"/>
            <a:ext cx="7698543" cy="5388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1209660" rtl="0" eaLnBrk="1" fontAlgn="auto" latinLnBrk="0" hangingPunct="1">
              <a:lnSpc>
                <a:spcPts val="1587"/>
              </a:lnSpc>
              <a:spcBef>
                <a:spcPts val="0"/>
              </a:spcBef>
              <a:spcAft>
                <a:spcPts val="0"/>
              </a:spcAft>
              <a:buClrTx/>
              <a:buSzTx/>
              <a:buFontTx/>
              <a:buNone/>
              <a:tabLst/>
              <a:defRPr/>
            </a:pPr>
            <a:r>
              <a:rPr lang="en-US" sz="1455" b="1" i="0" kern="1200" dirty="0">
                <a:solidFill>
                  <a:schemeClr val="tx2"/>
                </a:solidFill>
                <a:latin typeface="+mn-lt"/>
                <a:ea typeface="+mn-ea"/>
                <a:cs typeface="+mn-cs"/>
              </a:rPr>
              <a:t>Make it real.</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9737924" y="4376826"/>
            <a:ext cx="9072560" cy="31891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0968" tIns="60484" rIns="120968" bIns="60484" numCol="1" spcCol="0" rtlCol="0" fromWordArt="0" anchor="ctr" anchorCtr="0" forceAA="0" compatLnSpc="1">
            <a:prstTxWarp prst="textNoShape">
              <a:avLst/>
            </a:prstTxWarp>
            <a:noAutofit/>
          </a:bodyPr>
          <a:lstStyle/>
          <a:p>
            <a:pPr algn="ctr"/>
            <a:endParaRPr lang="en-PL" sz="1852"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15776126" y="7367328"/>
            <a:ext cx="3456798" cy="443548"/>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2763875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5077" y="483031"/>
            <a:ext cx="18630960" cy="175360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5077" y="2415150"/>
            <a:ext cx="18630960" cy="57564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85077" y="8408922"/>
            <a:ext cx="4860250" cy="483030"/>
          </a:xfrm>
          <a:prstGeom prst="rect">
            <a:avLst/>
          </a:prstGeom>
        </p:spPr>
        <p:txBody>
          <a:bodyPr vert="horz" lIns="91440" tIns="45720" rIns="91440" bIns="45720" rtlCol="0" anchor="ctr"/>
          <a:lstStyle>
            <a:lvl1pPr algn="l">
              <a:defRPr sz="1587">
                <a:solidFill>
                  <a:schemeClr val="tx1">
                    <a:tint val="82000"/>
                  </a:schemeClr>
                </a:solidFill>
              </a:defRPr>
            </a:lvl1pPr>
          </a:lstStyle>
          <a:p>
            <a:fld id="{751FA1F0-842B-4E61-9A71-86C4CD0E0E23}" type="datetimeFigureOut">
              <a:rPr lang="en-IN" smtClean="0"/>
              <a:t>2026-08-04</a:t>
            </a:fld>
            <a:endParaRPr lang="en-IN"/>
          </a:p>
        </p:txBody>
      </p:sp>
      <p:sp>
        <p:nvSpPr>
          <p:cNvPr id="5" name="Footer Placeholder 4"/>
          <p:cNvSpPr>
            <a:spLocks noGrp="1"/>
          </p:cNvSpPr>
          <p:nvPr>
            <p:ph type="ftr" sz="quarter" idx="3"/>
          </p:nvPr>
        </p:nvSpPr>
        <p:spPr>
          <a:xfrm>
            <a:off x="7155369" y="8408922"/>
            <a:ext cx="7290376" cy="483030"/>
          </a:xfrm>
          <a:prstGeom prst="rect">
            <a:avLst/>
          </a:prstGeom>
        </p:spPr>
        <p:txBody>
          <a:bodyPr vert="horz" lIns="91440" tIns="45720" rIns="91440" bIns="45720" rtlCol="0" anchor="ctr"/>
          <a:lstStyle>
            <a:lvl1pPr algn="ctr">
              <a:defRPr sz="1587">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5255786" y="8408922"/>
            <a:ext cx="4860250" cy="483030"/>
          </a:xfrm>
          <a:prstGeom prst="rect">
            <a:avLst/>
          </a:prstGeom>
        </p:spPr>
        <p:txBody>
          <a:bodyPr vert="horz" lIns="91440" tIns="45720" rIns="91440" bIns="45720" rtlCol="0" anchor="ctr"/>
          <a:lstStyle>
            <a:lvl1pPr algn="r">
              <a:defRPr sz="1587">
                <a:solidFill>
                  <a:schemeClr val="tx1">
                    <a:tint val="82000"/>
                  </a:schemeClr>
                </a:solidFill>
              </a:defRPr>
            </a:lvl1pPr>
          </a:lstStyle>
          <a:p>
            <a:fld id="{52E6752D-1E50-4323-BDA4-D88C68694F8A}" type="slidenum">
              <a:rPr lang="en-IN" smtClean="0"/>
              <a:t>‹#›</a:t>
            </a:fld>
            <a:endParaRPr lang="en-IN"/>
          </a:p>
        </p:txBody>
      </p:sp>
    </p:spTree>
    <p:extLst>
      <p:ext uri="{BB962C8B-B14F-4D97-AF65-F5344CB8AC3E}">
        <p14:creationId xmlns:p14="http://schemas.microsoft.com/office/powerpoint/2010/main" val="13344632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1209660" rtl="0" eaLnBrk="1" latinLnBrk="0" hangingPunct="1">
        <a:lnSpc>
          <a:spcPct val="90000"/>
        </a:lnSpc>
        <a:spcBef>
          <a:spcPct val="0"/>
        </a:spcBef>
        <a:buNone/>
        <a:defRPr sz="5821" kern="1200">
          <a:solidFill>
            <a:schemeClr val="tx1"/>
          </a:solidFill>
          <a:latin typeface="+mj-lt"/>
          <a:ea typeface="+mj-ea"/>
          <a:cs typeface="+mj-cs"/>
        </a:defRPr>
      </a:lvl1pPr>
    </p:titleStyle>
    <p:bodyStyle>
      <a:lvl1pPr marL="302415" indent="-302415" algn="l" defTabSz="1209660" rtl="0" eaLnBrk="1" latinLnBrk="0" hangingPunct="1">
        <a:lnSpc>
          <a:spcPct val="90000"/>
        </a:lnSpc>
        <a:spcBef>
          <a:spcPts val="1323"/>
        </a:spcBef>
        <a:buFont typeface="Arial" panose="020B0604020202020204" pitchFamily="34" charset="0"/>
        <a:buChar char="•"/>
        <a:defRPr sz="3704" kern="1200">
          <a:solidFill>
            <a:schemeClr val="tx1"/>
          </a:solidFill>
          <a:latin typeface="+mn-lt"/>
          <a:ea typeface="+mn-ea"/>
          <a:cs typeface="+mn-cs"/>
        </a:defRPr>
      </a:lvl1pPr>
      <a:lvl2pPr marL="907245" indent="-302415" algn="l" defTabSz="1209660" rtl="0" eaLnBrk="1" latinLnBrk="0" hangingPunct="1">
        <a:lnSpc>
          <a:spcPct val="90000"/>
        </a:lnSpc>
        <a:spcBef>
          <a:spcPts val="661"/>
        </a:spcBef>
        <a:buFont typeface="Arial" panose="020B0604020202020204" pitchFamily="34" charset="0"/>
        <a:buChar char="•"/>
        <a:defRPr sz="3175" kern="1200">
          <a:solidFill>
            <a:schemeClr val="tx1"/>
          </a:solidFill>
          <a:latin typeface="+mn-lt"/>
          <a:ea typeface="+mn-ea"/>
          <a:cs typeface="+mn-cs"/>
        </a:defRPr>
      </a:lvl2pPr>
      <a:lvl3pPr marL="1512075" indent="-302415" algn="l" defTabSz="1209660" rtl="0" eaLnBrk="1" latinLnBrk="0" hangingPunct="1">
        <a:lnSpc>
          <a:spcPct val="90000"/>
        </a:lnSpc>
        <a:spcBef>
          <a:spcPts val="661"/>
        </a:spcBef>
        <a:buFont typeface="Arial" panose="020B0604020202020204" pitchFamily="34" charset="0"/>
        <a:buChar char="•"/>
        <a:defRPr sz="2646" kern="1200">
          <a:solidFill>
            <a:schemeClr val="tx1"/>
          </a:solidFill>
          <a:latin typeface="+mn-lt"/>
          <a:ea typeface="+mn-ea"/>
          <a:cs typeface="+mn-cs"/>
        </a:defRPr>
      </a:lvl3pPr>
      <a:lvl4pPr marL="2116905"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4pPr>
      <a:lvl5pPr marL="272173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5pPr>
      <a:lvl6pPr marL="332656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6pPr>
      <a:lvl7pPr marL="393139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7pPr>
      <a:lvl8pPr marL="453622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8pPr>
      <a:lvl9pPr marL="514105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9pPr>
    </p:bodyStyle>
    <p:otherStyle>
      <a:defPPr>
        <a:defRPr lang="en-US"/>
      </a:defPPr>
      <a:lvl1pPr marL="0" algn="l" defTabSz="1209660" rtl="0" eaLnBrk="1" latinLnBrk="0" hangingPunct="1">
        <a:defRPr sz="2381" kern="1200">
          <a:solidFill>
            <a:schemeClr val="tx1"/>
          </a:solidFill>
          <a:latin typeface="+mn-lt"/>
          <a:ea typeface="+mn-ea"/>
          <a:cs typeface="+mn-cs"/>
        </a:defRPr>
      </a:lvl1pPr>
      <a:lvl2pPr marL="604830" algn="l" defTabSz="1209660" rtl="0" eaLnBrk="1" latinLnBrk="0" hangingPunct="1">
        <a:defRPr sz="2381" kern="1200">
          <a:solidFill>
            <a:schemeClr val="tx1"/>
          </a:solidFill>
          <a:latin typeface="+mn-lt"/>
          <a:ea typeface="+mn-ea"/>
          <a:cs typeface="+mn-cs"/>
        </a:defRPr>
      </a:lvl2pPr>
      <a:lvl3pPr marL="1209660" algn="l" defTabSz="1209660" rtl="0" eaLnBrk="1" latinLnBrk="0" hangingPunct="1">
        <a:defRPr sz="2381" kern="1200">
          <a:solidFill>
            <a:schemeClr val="tx1"/>
          </a:solidFill>
          <a:latin typeface="+mn-lt"/>
          <a:ea typeface="+mn-ea"/>
          <a:cs typeface="+mn-cs"/>
        </a:defRPr>
      </a:lvl3pPr>
      <a:lvl4pPr marL="1814490" algn="l" defTabSz="1209660" rtl="0" eaLnBrk="1" latinLnBrk="0" hangingPunct="1">
        <a:defRPr sz="2381" kern="1200">
          <a:solidFill>
            <a:schemeClr val="tx1"/>
          </a:solidFill>
          <a:latin typeface="+mn-lt"/>
          <a:ea typeface="+mn-ea"/>
          <a:cs typeface="+mn-cs"/>
        </a:defRPr>
      </a:lvl4pPr>
      <a:lvl5pPr marL="2419320" algn="l" defTabSz="1209660" rtl="0" eaLnBrk="1" latinLnBrk="0" hangingPunct="1">
        <a:defRPr sz="2381" kern="1200">
          <a:solidFill>
            <a:schemeClr val="tx1"/>
          </a:solidFill>
          <a:latin typeface="+mn-lt"/>
          <a:ea typeface="+mn-ea"/>
          <a:cs typeface="+mn-cs"/>
        </a:defRPr>
      </a:lvl5pPr>
      <a:lvl6pPr marL="3024149" algn="l" defTabSz="1209660" rtl="0" eaLnBrk="1" latinLnBrk="0" hangingPunct="1">
        <a:defRPr sz="2381" kern="1200">
          <a:solidFill>
            <a:schemeClr val="tx1"/>
          </a:solidFill>
          <a:latin typeface="+mn-lt"/>
          <a:ea typeface="+mn-ea"/>
          <a:cs typeface="+mn-cs"/>
        </a:defRPr>
      </a:lvl6pPr>
      <a:lvl7pPr marL="3628979" algn="l" defTabSz="1209660" rtl="0" eaLnBrk="1" latinLnBrk="0" hangingPunct="1">
        <a:defRPr sz="2381" kern="1200">
          <a:solidFill>
            <a:schemeClr val="tx1"/>
          </a:solidFill>
          <a:latin typeface="+mn-lt"/>
          <a:ea typeface="+mn-ea"/>
          <a:cs typeface="+mn-cs"/>
        </a:defRPr>
      </a:lvl7pPr>
      <a:lvl8pPr marL="4233809" algn="l" defTabSz="1209660" rtl="0" eaLnBrk="1" latinLnBrk="0" hangingPunct="1">
        <a:defRPr sz="2381" kern="1200">
          <a:solidFill>
            <a:schemeClr val="tx1"/>
          </a:solidFill>
          <a:latin typeface="+mn-lt"/>
          <a:ea typeface="+mn-ea"/>
          <a:cs typeface="+mn-cs"/>
        </a:defRPr>
      </a:lvl8pPr>
      <a:lvl9pPr marL="4838639" algn="l" defTabSz="1209660" rtl="0" eaLnBrk="1" latinLnBrk="0" hangingPunct="1">
        <a:defRPr sz="23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3" descr="A succulent plant leaves">
            <a:extLst>
              <a:ext uri="{FF2B5EF4-FFF2-40B4-BE49-F238E27FC236}">
                <a16:creationId xmlns:a16="http://schemas.microsoft.com/office/drawing/2014/main" id="{78E9BC87-1225-70B9-FD9F-827B9BB0CE01}"/>
              </a:ext>
              <a:ext uri="{C183D7F6-B498-43B3-948B-1728B52AA6E4}">
                <adec:decorative xmlns:adec="http://schemas.microsoft.com/office/drawing/2017/decorative" val="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2339765" y="1"/>
            <a:ext cx="9261348" cy="5613222"/>
          </a:xfrm>
          <a:prstGeom prst="rect">
            <a:avLst/>
          </a:prstGeom>
        </p:spPr>
      </p:pic>
      <p:pic>
        <p:nvPicPr>
          <p:cNvPr id="6" name="Picture Placeholder 9" descr="A man in glasses analyzing data on the screen">
            <a:extLst>
              <a:ext uri="{FF2B5EF4-FFF2-40B4-BE49-F238E27FC236}">
                <a16:creationId xmlns:a16="http://schemas.microsoft.com/office/drawing/2014/main" id="{C3256B6D-8EB5-024D-E7E6-503AB5734988}"/>
              </a:ext>
              <a:ext uri="{C183D7F6-B498-43B3-948B-1728B52AA6E4}">
                <adec:decorative xmlns:adec="http://schemas.microsoft.com/office/drawing/2017/decorative" val="0"/>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a:xfrm flipH="1">
            <a:off x="0" y="0"/>
            <a:ext cx="12786360" cy="9072562"/>
          </a:xfrm>
        </p:spPr>
      </p:pic>
      <p:sp>
        <p:nvSpPr>
          <p:cNvPr id="9" name="Rectangle 8">
            <a:extLst>
              <a:ext uri="{FF2B5EF4-FFF2-40B4-BE49-F238E27FC236}">
                <a16:creationId xmlns:a16="http://schemas.microsoft.com/office/drawing/2014/main" id="{5B0BB5AC-0D73-9762-3A06-D2BF21B23979}"/>
              </a:ext>
            </a:extLst>
          </p:cNvPr>
          <p:cNvSpPr/>
          <p:nvPr/>
        </p:nvSpPr>
        <p:spPr>
          <a:xfrm>
            <a:off x="13090310" y="5991365"/>
            <a:ext cx="7983084"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NGT Engagement Program</a:t>
            </a:r>
          </a:p>
        </p:txBody>
      </p:sp>
      <p:sp>
        <p:nvSpPr>
          <p:cNvPr id="11" name="Text Placeholder 5">
            <a:extLst>
              <a:ext uri="{FF2B5EF4-FFF2-40B4-BE49-F238E27FC236}">
                <a16:creationId xmlns:a16="http://schemas.microsoft.com/office/drawing/2014/main" id="{0F4EC581-5F65-8C8A-CB84-4E2CFBCF4EB3}"/>
              </a:ext>
            </a:extLst>
          </p:cNvPr>
          <p:cNvSpPr txBox="1">
            <a:spLocks/>
          </p:cNvSpPr>
          <p:nvPr/>
        </p:nvSpPr>
        <p:spPr>
          <a:xfrm>
            <a:off x="13227470" y="6914695"/>
            <a:ext cx="2578008" cy="450772"/>
          </a:xfrm>
          <a:prstGeom prst="rect">
            <a:avLst/>
          </a:prstGeom>
        </p:spPr>
        <p:txBody>
          <a:bodyPr>
            <a:noAutofit/>
          </a:bodyPr>
          <a:lstStyle>
            <a:lvl1pPr marL="302415" indent="-302415" algn="l" defTabSz="1209660" rtl="0" eaLnBrk="1" latinLnBrk="0" hangingPunct="1">
              <a:lnSpc>
                <a:spcPct val="90000"/>
              </a:lnSpc>
              <a:spcBef>
                <a:spcPts val="1323"/>
              </a:spcBef>
              <a:buFont typeface="Arial" panose="020B0604020202020204" pitchFamily="34" charset="0"/>
              <a:buChar char="•"/>
              <a:defRPr sz="3704" kern="1200">
                <a:solidFill>
                  <a:schemeClr val="tx1"/>
                </a:solidFill>
                <a:latin typeface="+mn-lt"/>
                <a:ea typeface="+mn-ea"/>
                <a:cs typeface="+mn-cs"/>
              </a:defRPr>
            </a:lvl1pPr>
            <a:lvl2pPr marL="907245" indent="-302415" algn="l" defTabSz="1209660" rtl="0" eaLnBrk="1" latinLnBrk="0" hangingPunct="1">
              <a:lnSpc>
                <a:spcPct val="90000"/>
              </a:lnSpc>
              <a:spcBef>
                <a:spcPts val="661"/>
              </a:spcBef>
              <a:buFont typeface="Arial" panose="020B0604020202020204" pitchFamily="34" charset="0"/>
              <a:buChar char="•"/>
              <a:defRPr sz="3175" kern="1200">
                <a:solidFill>
                  <a:schemeClr val="tx1"/>
                </a:solidFill>
                <a:latin typeface="+mn-lt"/>
                <a:ea typeface="+mn-ea"/>
                <a:cs typeface="+mn-cs"/>
              </a:defRPr>
            </a:lvl2pPr>
            <a:lvl3pPr marL="1512075" indent="-302415" algn="l" defTabSz="1209660" rtl="0" eaLnBrk="1" latinLnBrk="0" hangingPunct="1">
              <a:lnSpc>
                <a:spcPct val="90000"/>
              </a:lnSpc>
              <a:spcBef>
                <a:spcPts val="661"/>
              </a:spcBef>
              <a:buFont typeface="Arial" panose="020B0604020202020204" pitchFamily="34" charset="0"/>
              <a:buChar char="•"/>
              <a:defRPr sz="2646" kern="1200">
                <a:solidFill>
                  <a:schemeClr val="tx1"/>
                </a:solidFill>
                <a:latin typeface="+mn-lt"/>
                <a:ea typeface="+mn-ea"/>
                <a:cs typeface="+mn-cs"/>
              </a:defRPr>
            </a:lvl3pPr>
            <a:lvl4pPr marL="2116905"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4pPr>
            <a:lvl5pPr marL="272173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5pPr>
            <a:lvl6pPr marL="332656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6pPr>
            <a:lvl7pPr marL="393139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7pPr>
            <a:lvl8pPr marL="453622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8pPr>
            <a:lvl9pPr marL="5141054" indent="-302415" algn="l" defTabSz="1209660" rtl="0" eaLnBrk="1" latinLnBrk="0" hangingPunct="1">
              <a:lnSpc>
                <a:spcPct val="90000"/>
              </a:lnSpc>
              <a:spcBef>
                <a:spcPts val="661"/>
              </a:spcBef>
              <a:buFont typeface="Arial" panose="020B0604020202020204" pitchFamily="34" charset="0"/>
              <a:buChar char="•"/>
              <a:defRPr sz="2381" kern="1200">
                <a:solidFill>
                  <a:schemeClr val="tx1"/>
                </a:solidFill>
                <a:latin typeface="+mn-lt"/>
                <a:ea typeface="+mn-ea"/>
                <a:cs typeface="+mn-cs"/>
              </a:defRPr>
            </a:lvl9pPr>
          </a:lstStyle>
          <a:p>
            <a:pPr marL="0" indent="0">
              <a:buNone/>
            </a:pPr>
            <a:r>
              <a:rPr lang="en-US" sz="2800" b="1">
                <a:cs typeface="Calibri Light" panose="020F0302020204030204" pitchFamily="34" charset="0"/>
              </a:rPr>
              <a:t>Make it </a:t>
            </a:r>
            <a:r>
              <a:rPr lang="en-US" sz="2800" b="1">
                <a:solidFill>
                  <a:schemeClr val="tx2">
                    <a:lumMod val="75000"/>
                    <a:lumOff val="25000"/>
                  </a:schemeClr>
                </a:solidFill>
                <a:cs typeface="Calibri Light" panose="020F0302020204030204" pitchFamily="34" charset="0"/>
              </a:rPr>
              <a:t>real</a:t>
            </a:r>
            <a:r>
              <a:rPr lang="en-US" sz="2800" b="1">
                <a:cs typeface="Calibri Light" panose="020F0302020204030204" pitchFamily="34" charset="0"/>
              </a:rPr>
              <a:t>.</a:t>
            </a:r>
            <a:endParaRPr lang="en-US" sz="2800" b="1"/>
          </a:p>
        </p:txBody>
      </p:sp>
    </p:spTree>
    <p:extLst>
      <p:ext uri="{BB962C8B-B14F-4D97-AF65-F5344CB8AC3E}">
        <p14:creationId xmlns:p14="http://schemas.microsoft.com/office/powerpoint/2010/main" val="4066782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D111F7-B22D-43F6-D6CB-C79D6C97D95E}"/>
              </a:ext>
            </a:extLst>
          </p:cNvPr>
          <p:cNvPicPr>
            <a:picLocks noChangeAspect="1"/>
          </p:cNvPicPr>
          <p:nvPr/>
        </p:nvPicPr>
        <p:blipFill>
          <a:blip r:embed="rId2"/>
          <a:stretch>
            <a:fillRect/>
          </a:stretch>
        </p:blipFill>
        <p:spPr>
          <a:xfrm>
            <a:off x="3926470" y="1362869"/>
            <a:ext cx="13578840" cy="7843781"/>
          </a:xfrm>
          <a:prstGeom prst="rect">
            <a:avLst/>
          </a:prstGeom>
        </p:spPr>
      </p:pic>
    </p:spTree>
    <p:extLst>
      <p:ext uri="{BB962C8B-B14F-4D97-AF65-F5344CB8AC3E}">
        <p14:creationId xmlns:p14="http://schemas.microsoft.com/office/powerpoint/2010/main" val="380135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680F49-8BD5-DF01-8794-E6EAEE1E09E9}"/>
              </a:ext>
            </a:extLst>
          </p:cNvPr>
          <p:cNvPicPr>
            <a:picLocks noChangeAspect="1"/>
          </p:cNvPicPr>
          <p:nvPr/>
        </p:nvPicPr>
        <p:blipFill>
          <a:blip r:embed="rId2"/>
          <a:stretch>
            <a:fillRect/>
          </a:stretch>
        </p:blipFill>
        <p:spPr>
          <a:xfrm>
            <a:off x="0" y="1"/>
            <a:ext cx="21601113" cy="8671560"/>
          </a:xfrm>
          <a:prstGeom prst="rect">
            <a:avLst/>
          </a:prstGeom>
        </p:spPr>
      </p:pic>
    </p:spTree>
    <p:extLst>
      <p:ext uri="{BB962C8B-B14F-4D97-AF65-F5344CB8AC3E}">
        <p14:creationId xmlns:p14="http://schemas.microsoft.com/office/powerpoint/2010/main" val="1369584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9A9C5-C101-DA71-73A1-4CA037E3E1AE}"/>
              </a:ext>
            </a:extLst>
          </p:cNvPr>
          <p:cNvSpPr>
            <a:spLocks noGrp="1"/>
          </p:cNvSpPr>
          <p:nvPr>
            <p:ph type="title"/>
          </p:nvPr>
        </p:nvSpPr>
        <p:spPr/>
        <p:txBody>
          <a:bodyPr/>
          <a:lstStyle/>
          <a:p>
            <a:r>
              <a:rPr lang="en-IN"/>
              <a:t>Level Info</a:t>
            </a:r>
          </a:p>
        </p:txBody>
      </p:sp>
      <p:sp>
        <p:nvSpPr>
          <p:cNvPr id="3" name="Content Placeholder 2">
            <a:extLst>
              <a:ext uri="{FF2B5EF4-FFF2-40B4-BE49-F238E27FC236}">
                <a16:creationId xmlns:a16="http://schemas.microsoft.com/office/drawing/2014/main" id="{D50726D5-6AD0-9829-14EA-1E9E2A590D48}"/>
              </a:ext>
            </a:extLst>
          </p:cNvPr>
          <p:cNvSpPr>
            <a:spLocks noGrp="1"/>
          </p:cNvSpPr>
          <p:nvPr>
            <p:ph idx="1"/>
          </p:nvPr>
        </p:nvSpPr>
        <p:spPr/>
        <p:txBody>
          <a:bodyPr vert="horz" lIns="91440" tIns="45720" rIns="91440" bIns="45720" rtlCol="0" anchor="t">
            <a:normAutofit fontScale="40000" lnSpcReduction="20000"/>
          </a:bodyPr>
          <a:lstStyle/>
          <a:p>
            <a:pPr marL="742950" indent="-742950">
              <a:buFont typeface="+mj-lt"/>
              <a:buAutoNum type="arabicPeriod"/>
            </a:pPr>
            <a:r>
              <a:rPr lang="en-IN" dirty="0"/>
              <a:t>Azure Repos</a:t>
            </a:r>
          </a:p>
          <a:p>
            <a:pPr marL="742950" indent="-742950">
              <a:buFont typeface="+mj-lt"/>
              <a:buAutoNum type="arabicPeriod"/>
            </a:pPr>
            <a:r>
              <a:rPr lang="en-IN" dirty="0"/>
              <a:t>Class Design</a:t>
            </a:r>
          </a:p>
          <a:p>
            <a:pPr marL="742950" indent="-742950">
              <a:buFont typeface="+mj-lt"/>
              <a:buAutoNum type="arabicPeriod"/>
            </a:pPr>
            <a:r>
              <a:rPr lang="en-IN" dirty="0"/>
              <a:t>Banking Service – Collaborative Repo Challenge-Arrays-TDD</a:t>
            </a:r>
          </a:p>
          <a:p>
            <a:pPr marL="742950" indent="-742950">
              <a:buFont typeface="+mj-lt"/>
              <a:buAutoNum type="arabicPeriod"/>
            </a:pPr>
            <a:r>
              <a:rPr lang="en-IN" dirty="0"/>
              <a:t>Banking Service – Collaborative Repo Challenge-Collections-Mockito</a:t>
            </a:r>
          </a:p>
          <a:p>
            <a:pPr marL="742950" indent="-742950">
              <a:buFont typeface="+mj-lt"/>
              <a:buAutoNum type="arabicPeriod"/>
            </a:pPr>
            <a:r>
              <a:rPr lang="en-IN" dirty="0"/>
              <a:t> Game Scheduler</a:t>
            </a:r>
          </a:p>
          <a:p>
            <a:pPr marL="742950" indent="-742950">
              <a:buFont typeface="+mj-lt"/>
              <a:buAutoNum type="arabicPeriod"/>
            </a:pPr>
            <a:r>
              <a:rPr lang="en-IN" dirty="0"/>
              <a:t> Exception Library</a:t>
            </a:r>
          </a:p>
          <a:p>
            <a:pPr marL="742950" indent="-742950">
              <a:buFont typeface="+mj-lt"/>
              <a:buAutoNum type="arabicPeriod"/>
            </a:pPr>
            <a:r>
              <a:rPr lang="en-IN" dirty="0"/>
              <a:t> Milestone_1</a:t>
            </a:r>
          </a:p>
          <a:p>
            <a:pPr marL="742950" indent="-742950">
              <a:buFont typeface="+mj-lt"/>
              <a:buAutoNum type="arabicPeriod"/>
            </a:pPr>
            <a:r>
              <a:rPr lang="en-IN" dirty="0"/>
              <a:t> Exhibit </a:t>
            </a:r>
            <a:r>
              <a:rPr lang="en-IN" dirty="0" err="1"/>
              <a:t>Moniter</a:t>
            </a:r>
            <a:r>
              <a:rPr lang="en-IN" dirty="0"/>
              <a:t>-Part 1</a:t>
            </a:r>
          </a:p>
          <a:p>
            <a:pPr marL="742950" indent="-742950">
              <a:buFont typeface="+mj-lt"/>
              <a:buAutoNum type="arabicPeriod"/>
            </a:pPr>
            <a:r>
              <a:rPr lang="en-IN" dirty="0"/>
              <a:t> Exhibit </a:t>
            </a:r>
            <a:r>
              <a:rPr lang="en-IN" dirty="0" err="1"/>
              <a:t>Moniter</a:t>
            </a:r>
            <a:r>
              <a:rPr lang="en-IN" dirty="0"/>
              <a:t>-Part 2</a:t>
            </a:r>
          </a:p>
          <a:p>
            <a:pPr marL="742950" indent="-742950">
              <a:buFont typeface="+mj-lt"/>
              <a:buAutoNum type="arabicPeriod"/>
            </a:pPr>
            <a:r>
              <a:rPr lang="en-IN" sz="3700" dirty="0"/>
              <a:t> AWS AI </a:t>
            </a:r>
            <a:r>
              <a:rPr lang="en-IN" sz="3700" dirty="0" err="1"/>
              <a:t>Certifivation</a:t>
            </a:r>
          </a:p>
          <a:p>
            <a:pPr marL="742950" indent="-742950">
              <a:buFont typeface="+mj-lt"/>
              <a:buAutoNum type="arabicPeriod"/>
            </a:pPr>
            <a:r>
              <a:rPr lang="en-IN" sz="3700" dirty="0"/>
              <a:t> AWS AI Self study week-1</a:t>
            </a:r>
          </a:p>
          <a:p>
            <a:pPr marL="742950" indent="-742950">
              <a:buFont typeface="+mj-lt"/>
              <a:buAutoNum type="arabicPeriod"/>
            </a:pPr>
            <a:r>
              <a:rPr lang="en-IN" sz="3700" dirty="0"/>
              <a:t>AWS AI </a:t>
            </a:r>
            <a:r>
              <a:rPr lang="en-IN" sz="3700" dirty="0" err="1"/>
              <a:t>Selt</a:t>
            </a:r>
            <a:r>
              <a:rPr lang="en-IN" sz="3700" dirty="0"/>
              <a:t> study week-2</a:t>
            </a:r>
          </a:p>
          <a:p>
            <a:pPr marL="742950" indent="-742950">
              <a:buAutoNum type="arabicPeriod"/>
            </a:pPr>
            <a:r>
              <a:rPr lang="en-IN" sz="3700"/>
              <a:t>OCEAN certification</a:t>
            </a:r>
            <a:endParaRPr lang="en-IN" sz="3700" dirty="0"/>
          </a:p>
          <a:p>
            <a:pPr marL="742950" indent="-742950">
              <a:buAutoNum type="arabicPeriod"/>
            </a:pPr>
            <a:r>
              <a:rPr lang="en-IN" sz="3700" dirty="0"/>
              <a:t>Udemy </a:t>
            </a:r>
            <a:r>
              <a:rPr lang="en-IN" sz="3700"/>
              <a:t>HTTP Course completion</a:t>
            </a:r>
            <a:endParaRPr lang="en-IN" sz="3700" dirty="0"/>
          </a:p>
          <a:p>
            <a:pPr marL="742950" indent="-742950">
              <a:buAutoNum type="arabicPeriod"/>
            </a:pPr>
            <a:r>
              <a:rPr lang="en-IN" sz="3700"/>
              <a:t>HR assessment</a:t>
            </a:r>
            <a:endParaRPr lang="en-IN" sz="3700" dirty="0"/>
          </a:p>
          <a:p>
            <a:pPr marL="742950" indent="-742950">
              <a:buAutoNum type="arabicPeriod"/>
            </a:pPr>
            <a:r>
              <a:rPr lang="en-IN" sz="3700" dirty="0"/>
              <a:t>Serv</a:t>
            </a:r>
            <a:r>
              <a:rPr lang="en-IN" sz="3700"/>
              <a:t>let</a:t>
            </a:r>
            <a:endParaRPr lang="en-IN" sz="3700" dirty="0"/>
          </a:p>
          <a:p>
            <a:pPr marL="742950" indent="-742950">
              <a:buAutoNum type="arabicPeriod"/>
            </a:pPr>
            <a:r>
              <a:rPr lang="en-IN" sz="3700"/>
              <a:t>Hands On –On -JPA</a:t>
            </a:r>
            <a:endParaRPr lang="en-IN" sz="3700" dirty="0"/>
          </a:p>
          <a:p>
            <a:pPr marL="742950" indent="-742950">
              <a:buFont typeface="Arial" panose="020B0604020202020204" pitchFamily="34" charset="0"/>
              <a:buAutoNum type="arabicPeriod"/>
            </a:pPr>
            <a:endParaRPr lang="en-IN" sz="3700" dirty="0"/>
          </a:p>
          <a:p>
            <a:pPr marL="742950" indent="-742950">
              <a:buFont typeface="Aptos Display" panose="02110004020202020204"/>
              <a:buAutoNum type="arabicPeriod"/>
            </a:pPr>
            <a:endParaRPr lang="en-IN" dirty="0"/>
          </a:p>
          <a:p>
            <a:endParaRPr lang="en-IN" dirty="0"/>
          </a:p>
          <a:p>
            <a:endParaRPr lang="en-IN" dirty="0"/>
          </a:p>
        </p:txBody>
      </p:sp>
    </p:spTree>
    <p:extLst>
      <p:ext uri="{BB962C8B-B14F-4D97-AF65-F5344CB8AC3E}">
        <p14:creationId xmlns:p14="http://schemas.microsoft.com/office/powerpoint/2010/main" val="4173819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A7C5C-FEAF-0FE0-FBC6-8185EF20CA17}"/>
              </a:ext>
            </a:extLst>
          </p:cNvPr>
          <p:cNvSpPr>
            <a:spLocks noGrp="1"/>
          </p:cNvSpPr>
          <p:nvPr>
            <p:ph type="title"/>
          </p:nvPr>
        </p:nvSpPr>
        <p:spPr/>
        <p:txBody>
          <a:bodyPr/>
          <a:lstStyle/>
          <a:p>
            <a:r>
              <a:rPr lang="en-IN" dirty="0"/>
              <a:t>Profiling Sample</a:t>
            </a:r>
          </a:p>
        </p:txBody>
      </p:sp>
      <p:pic>
        <p:nvPicPr>
          <p:cNvPr id="5" name="Content Placeholder 4">
            <a:extLst>
              <a:ext uri="{FF2B5EF4-FFF2-40B4-BE49-F238E27FC236}">
                <a16:creationId xmlns:a16="http://schemas.microsoft.com/office/drawing/2014/main" id="{3A3A98BF-D329-2B47-F33A-775318BB7B0F}"/>
              </a:ext>
            </a:extLst>
          </p:cNvPr>
          <p:cNvPicPr>
            <a:picLocks noGrp="1" noChangeAspect="1"/>
          </p:cNvPicPr>
          <p:nvPr>
            <p:ph idx="1"/>
          </p:nvPr>
        </p:nvPicPr>
        <p:blipFill>
          <a:blip r:embed="rId2"/>
          <a:stretch>
            <a:fillRect/>
          </a:stretch>
        </p:blipFill>
        <p:spPr>
          <a:xfrm>
            <a:off x="3299596" y="3112165"/>
            <a:ext cx="12068983" cy="4346573"/>
          </a:xfrm>
          <a:prstGeom prst="rect">
            <a:avLst/>
          </a:prstGeom>
        </p:spPr>
      </p:pic>
    </p:spTree>
    <p:extLst>
      <p:ext uri="{BB962C8B-B14F-4D97-AF65-F5344CB8AC3E}">
        <p14:creationId xmlns:p14="http://schemas.microsoft.com/office/powerpoint/2010/main" val="261220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31C29-1332-2428-E110-F34684CA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FDE8-CD79-153F-84F4-C39D63D99D3E}"/>
              </a:ext>
            </a:extLst>
          </p:cNvPr>
          <p:cNvSpPr>
            <a:spLocks noGrp="1"/>
          </p:cNvSpPr>
          <p:nvPr>
            <p:ph type="title" idx="4294967295"/>
          </p:nvPr>
        </p:nvSpPr>
        <p:spPr>
          <a:xfrm>
            <a:off x="3465491" y="-1230805"/>
            <a:ext cx="14672387" cy="1230805"/>
          </a:xfrm>
        </p:spPr>
        <p:txBody>
          <a:bodyPr vert="horz" lIns="0" tIns="0" rIns="0" bIns="166688" rtlCol="0" anchor="b" anchorCtr="0">
            <a:noAutofit/>
          </a:bodyPr>
          <a:lstStyle/>
          <a:p>
            <a:r>
              <a:rPr lang="en-US"/>
              <a:t>Back cover</a:t>
            </a:r>
          </a:p>
        </p:txBody>
      </p:sp>
    </p:spTree>
    <p:extLst>
      <p:ext uri="{BB962C8B-B14F-4D97-AF65-F5344CB8AC3E}">
        <p14:creationId xmlns:p14="http://schemas.microsoft.com/office/powerpoint/2010/main" val="10614298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Office Theme</Template>
  <TotalTime>54</TotalTime>
  <Words>77</Words>
  <Application>Microsoft Office PowerPoint</Application>
  <PresentationFormat>Custom</PresentationFormat>
  <Paragraphs>24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 Light</vt:lpstr>
      <vt:lpstr>Office Theme</vt:lpstr>
      <vt:lpstr>PowerPoint Presentation</vt:lpstr>
      <vt:lpstr>PowerPoint Presentation</vt:lpstr>
      <vt:lpstr>PowerPoint Presentation</vt:lpstr>
      <vt:lpstr>Level Info</vt:lpstr>
      <vt:lpstr>Profiling Sample</vt:lpstr>
      <vt:lpstr>Back cover</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Joshi, Medha</dc:creator>
  <cp:lastModifiedBy>Jangid, Mukesh Kumar</cp:lastModifiedBy>
  <cp:revision>17</cp:revision>
  <dcterms:created xsi:type="dcterms:W3CDTF">2025-12-23T11:29:32Z</dcterms:created>
  <dcterms:modified xsi:type="dcterms:W3CDTF">2026-08-04T15:54:33Z</dcterms:modified>
</cp:coreProperties>
</file>